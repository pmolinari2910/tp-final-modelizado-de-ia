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Presentarse como equipo, mencionar el contexto del proyecto: optimización logística en obra de construcción.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contexto del obrador. El proyecto nace de una necesidad real: decidir qué pedir cada día sin parar la obra ni desperdiciar recursos.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general del pipeline. Cada módulo tiene una responsabilidad clara. La cadena va desde datos crudos hasta la decisión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qué usamos datos sintéticos: permiten controlar la variabilidad y validar el sistema antes de aplicarlo a datos reales. La distribución Normal es realista para consumo de materiales.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EDA es la base de todo. Sin entender qué materiales son críticos, no podemos priorizar el pedido. Los días sin stock son el KPI de negocio más importante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Clave: el shift(1) en los rolling windows evita data leakage — el modelo nunca ve el consumo de hoy para predecir hoy. La criticidad es la variable que condensa toda la urgencia en un solo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F1 = 1.000 se debe a que la variable Dias_hasta_agotamiento es casi perfectamente determinista para el target. En datos reales el F1 bajaría, pero la estructura del modelo sigue siendo válida.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MAE promedio = 11.82 u/día. La regresión lineal es suficiente para detectar tendencia. El consumo de materiales de construcción no tiene estacionalidad compleja. Para datos reales podría usarse ARIMA o Prophet.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greedy no garantiza el óptimo global, pero en la práctica está muy cerca. Para 20 materiales, la solución greedy es computacionalmente trivial y el gap con el óptimo es mínimo.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métricas son perfectas en datos sintéticos. En producción habrá ruido. El valor del sistema está en la estructura: detectar urgencia, calcular cantidad y respetar la restricción logística.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el mensaje de negocio: este sistema no es solo un ejercicio académico — es la base de un sistema de decisión que puede implantarse en cualquier obra. La arquitectura modular permite empezar pequeño e ir escalando.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cierre. Abrir espacio para preguntas. Recordar que el código completo está en el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APLICADA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Logística de Construcción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200400" y="2057400"/>
            <a:ext cx="27432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Pedidos en un Corralón de Materiales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30175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" y="3182112"/>
            <a:ext cx="14081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Molinari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65960" y="30175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39112" y="3182112"/>
            <a:ext cx="14081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Valentín Roldán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11880" y="30175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85032" y="3182112"/>
            <a:ext cx="14081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Priscila Chino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30175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30952" y="3182112"/>
            <a:ext cx="14081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Flavio Cejas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30175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76872" y="3182112"/>
            <a:ext cx="14081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Leandro Marinovich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Final  ·  Data Science aplicado a la Logística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Resolvemos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🚫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Cero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obra se para. Pérdida de productividad y costos por parada.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Exceso de Stock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7560" y="26974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Desperdicio de espacio, capital inmovilizado y riesgo de deterioro.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🚚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del Camión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26974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10.000 kg por viaje. Todo debe entrar en un solo pedido.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construir un sistema de datos que balancee estas tres tensiones simultáneamente.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A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Sintético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95728" y="96012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A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87168" y="1051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87168" y="1463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/ Matplotlib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71416" y="96012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A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1051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62856" y="1463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· Criticidad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47104" y="96012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E8A02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38544" y="1051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 Desabasto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38544" y="1463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F1-Score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84832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E8A02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Pronóstico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5877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95728" y="2084832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A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87168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ROP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87168" y="25877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Seguridad 95%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71416" y="2084832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E8A02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62856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Viaje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62856" y="25877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Greedy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47104" y="2084832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22A05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38544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38544" y="25877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Servicio · Fill Rate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71600" y="45262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27632" y="44988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&amp; Análisis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45262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3632" y="44988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ML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45262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44988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0"/>
            <a:ext cx="1005840" cy="10058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 del Dataset Sintético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508760" y="1463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Simulando 150 días de operación real para 20 materiales de obra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Pablo Molinari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800600"/>
            <a:ext cx="8412480" cy="182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construyó el dataset?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por material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peso_kg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508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unitario (ej: 25 kg cemento)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consumo_mu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9933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diario promedio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780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consumo_sigma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4780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 del consumo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626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stock_ini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9626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inicial calibrado a obra real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447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precio_u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4472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estimación de costos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91440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078992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987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materiales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132588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real de obra: ladrillos, cemento, hierros, arena…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847088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011680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días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258568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diario ~ Normal(μ, σ). Demanda realista con variabilidad.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779776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944368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Bucle diario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3191256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= max(0, stock – consumo). Se registra déficit si stock &lt; 0.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712464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877056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7856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3.000 filas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4123944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listo para EDA y modelado. 11 columnas.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0"/>
            <a:ext cx="1005840" cy="10058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Exploratorio de Datos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508760" y="1463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inventario antes de modelar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Valentín Roldán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800600"/>
            <a:ext cx="8412480" cy="182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Hallazgos del EDA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47472" y="170992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sin stock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Ladrillo Común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23160" y="9144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496312" y="170992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más alto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Hierro 16mm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15.7%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45152" y="170992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servicio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bajo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Industrial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20840" y="9144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793992" y="170992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diagnóstico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651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68833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con desabasto: Ladrillo común (91d), Hierro 16mm (85d), Steel framing (85d) son los materiales más críticos.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2552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2918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normales confirmadas visualmente — valida los supuestos del modelo de stock de seguridad.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858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89534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 bajas entre materiales (datos sintéticos). En datos reales, cemento y arena tienden a correlacionarse.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44622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4988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promedio varía desde 15 días (Ladrillo) hasta 29 días (Arena gruesa). Gestión no homogénea.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0"/>
            <a:ext cx="1005840" cy="10058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Preprocesamiento e Ingeniería de Variables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508760" y="1463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Construyendo el input inteligente para los modelos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Flavio Cejas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800600"/>
            <a:ext cx="8412480" cy="182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Creadas y su Propósito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566160" y="98755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" y="1005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Consumo_7d_mu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7 días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Tendencia reciente de uso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55280" y="98755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987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73168" y="1005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Consumo_14d_mu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14 días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Tendencia mediano plazo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2249424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2494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267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Consumo_7d_std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últimos 7 días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Cuánto fluctúa el consumo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176272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55280" y="2249424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B85000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2494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Urgencia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2267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Dias_hasta_agotamiento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÷ consumo promedio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Urgencia del pedido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438144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66160" y="351129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5A2D82"/>
          </a:solidFill>
          <a:ln w="12700">
            <a:solidFill>
              <a:srgbClr val="5A2D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5112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Índice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" y="35295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Criticidad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" y="3895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urgencia + 40% variabilidad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4187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Índice de prioridad (0-1)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438144"/>
            <a:ext cx="4206240" cy="1115568"/>
          </a:xfrm>
          <a:prstGeom prst="roundRect">
            <a:avLst>
              <a:gd name="adj" fmla="val 819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55280" y="351129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35112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3168" y="35295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Alerta_desabasto_manana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73168" y="3895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agota en ≤ 2 días?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4187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Variable objetivo del clasificador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0"/>
            <a:ext cx="1005840" cy="10058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y Pronóstico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508760" y="1463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Regresión Lineal para decidir qué y cuánto pedir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Priscila Chino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800600"/>
            <a:ext cx="8412480" cy="182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4A: Clasificador de Alerta (Random Forest)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114800" cy="2834640"/>
          </a:xfrm>
          <a:prstGeom prst="roundRect">
            <a:avLst>
              <a:gd name="adj" fmla="val 387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Random Forest?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Maneja clases desbalanceadas (class_weight=balanced)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837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lineal: capta interacciones entre variables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Interpretable: importancia de variables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679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Robusto a outliers sin preproceso extra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099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Supera a Regresión Logística en este problema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41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197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10698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principal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27632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700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56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828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falsas alarmas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386584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4597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25877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quiebre perdido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145536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218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5-fold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A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 ± 0.000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33467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94760"/>
            <a:ext cx="8458200" cy="1097280"/>
          </a:xfrm>
          <a:prstGeom prst="roundRect">
            <a:avLst>
              <a:gd name="adj" fmla="val 8333"/>
            </a:avLst>
          </a:prstGeom>
          <a:solidFill>
            <a:srgbClr val="FFF3E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¿Por qué F1 y no Accuracy? 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178808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clases desbalanceadas, un modelo que siempre dice «sin alerta» obtiene 95% de accuracy pero es inútil. F1 penaliza tanto los falsos positivos (pedidos innecesarios) como los falsos negativos (quiebres no detectados).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4B: Pronóstico con Regresión Lineal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qué sirve el pronóstico?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Tendencia creciente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pedimos más  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Tendencia decreciente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pedimos menos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Lineal detecta tendencia de consumo en los últimos 150 días y proyecta los próximos 7. Ajusta la cantidad óptima a pedir antes de cargar el camión.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97880" y="91440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ROP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= Z₉₅ × σ × √(lead_time)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0" y="1719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ROP = μ × lead_time + 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0" y="2020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μ × 10d + 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Pronóstico por material (muestra)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80360"/>
          <a:ext cx="8412480" cy="2084832"/>
        </p:xfrm>
        <a:graphic>
          <a:graphicData uri="http://schemas.openxmlformats.org/drawingml/2006/table">
            <a:tbl>
              <a:tblPr/>
              <a:tblGrid>
                <a:gridCol w="5029200"/>
                <a:gridCol w="1691640"/>
                <a:gridCol w="1691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(u/día)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Ladrillo común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 industrial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A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Arena fina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Cemento Portland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Hierro 8mm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Clavos surtidos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0"/>
            <a:ext cx="1005840" cy="10058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Greedy de Optimización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508760" y="1463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Llenando el camión con lo más urgente primero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Pablo Molinari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800600"/>
            <a:ext cx="8412480" cy="182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el Algoritmo Greedy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418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urgencia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cobertura = stock_actual / consumo_promedio. Menor cobertura = mayor urgencia.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93392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836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Ordenar materiales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2219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ordenados por días de cobertura (ascendente). Primero entra lo más urgente.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52344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35224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8254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Cargar camión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1638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candidato: si la cantidad óptima cabe → se carga completa. Si no → se carga lo máximo posible.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694176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77056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767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Parar al límite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1056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se detiene cuando se alcanzan los 10.000 kg de capacidad.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868680"/>
            <a:ext cx="2926080" cy="3749040"/>
          </a:xfrm>
          <a:prstGeom prst="roundRect">
            <a:avLst>
              <a:gd name="adj" fmla="val 3750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9875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del pedido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1463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5236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20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35040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total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52360" y="19933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9.999 kg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35040" y="25237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52360" y="25237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 kg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35040" y="30540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52360" y="30540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35040" y="3584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52360" y="35844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$170.070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0"/>
            <a:ext cx="1005840" cy="10058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y Conclusiones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508760" y="1463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ganamos con este sistema? Métricas con sentido de negocio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Leandro Marinovich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800600"/>
            <a:ext cx="8412480" cy="182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 Métricas — Resumen Ejecutivo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Servicio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" y="13533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84048" y="18745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&gt;95%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0128" y="13533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10128" y="18745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entregadas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 Camión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36208" y="13533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36208" y="18745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10.000 kg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24231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Alerta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27706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84048" y="32918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&gt;0.60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33172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0128" y="24231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Pronóstico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0128" y="27706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310128" y="32918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u/día promedio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33172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36208" y="24231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Cobertura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36208" y="27706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22.2d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236208" y="32918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por material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931920"/>
            <a:ext cx="8503920" cy="960120"/>
          </a:xfrm>
          <a:prstGeom prst="roundRect">
            <a:avLst>
              <a:gd name="adj" fmla="val 9524"/>
            </a:avLst>
          </a:prstGeom>
          <a:solidFill>
            <a:srgbClr val="15284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041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política ROP: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40416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91 días de desabasto por material · Fill Rate degradado · Pérdida de productividad en obra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407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política ROP: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0" y="44074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días de desabasto · 100% Fill Rate · Camión al 100% de utilización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Próximos Pasos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058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EDA completo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" y="141732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20 materiales, 150 días, 4 visualizaciones clave.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10128" y="10058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 Feature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10128" y="141732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+ criticidad: input rico sin data leakage.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36208" y="10058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Clasificador RF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36208" y="141732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1.0 en datos sintéticos. Estructura válida para producción.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5603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Pronóstico tendencia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297180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lineal: ajusta la cantidad según consumo futuro.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4688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10128" y="25603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🚚  Greedy + ROP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297180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óptimo respetando 10.000 kg y nivel de servicio 95%.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7764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406908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 obra  ·  ARIMA / XGBoost para series más complejas  ·  Dashboard interactivo en tiempo real  ·  Integración con sistema de compras ERP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 modular: cada componente puede mejorarse de forma independiente.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Pedidos en un Corralón de Materiales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Molinari   ·   Valentín Roldán   ·   Priscila Chino   ·   Flavio Cejas   ·   Leandro Marinovich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3566160"/>
            <a:ext cx="36576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NumPy  ·  Pandas  ·  Scikit-learn  ·  Matplotlib  ·  Seaborn  ·  SciPy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 de Pedidos en un Corralón de Materiales</dc:title>
  <dc:subject>PptxGenJS Presentation</dc:subject>
  <dc:creator>PptxGenJS</dc:creator>
  <cp:lastModifiedBy>PptxGenJS</cp:lastModifiedBy>
  <cp:revision>1</cp:revision>
  <dcterms:created xsi:type="dcterms:W3CDTF">2026-06-16T00:28:12Z</dcterms:created>
  <dcterms:modified xsi:type="dcterms:W3CDTF">2026-06-16T00:28:12Z</dcterms:modified>
</cp:coreProperties>
</file>